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 MT Bold" charset="1" panose="02030802070405020303"/>
      <p:regular r:id="rId14"/>
    </p:embeddedFont>
    <p:embeddedFont>
      <p:font typeface="Poppins" charset="1" panose="00000500000000000000"/>
      <p:regular r:id="rId15"/>
    </p:embeddedFont>
    <p:embeddedFont>
      <p:font typeface="Poppins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2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427996" y="706485"/>
            <a:ext cx="6517904" cy="651790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99134" y="9258300"/>
            <a:ext cx="13525335" cy="1325663"/>
            <a:chOff x="0" y="0"/>
            <a:chExt cx="3562228" cy="3491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62228" cy="349146"/>
            </a:xfrm>
            <a:custGeom>
              <a:avLst/>
              <a:gdLst/>
              <a:ahLst/>
              <a:cxnLst/>
              <a:rect r="r" b="b" t="t" l="l"/>
              <a:pathLst>
                <a:path h="349146" w="3562228">
                  <a:moveTo>
                    <a:pt x="0" y="0"/>
                  </a:moveTo>
                  <a:lnTo>
                    <a:pt x="3562228" y="0"/>
                  </a:lnTo>
                  <a:lnTo>
                    <a:pt x="3562228" y="349146"/>
                  </a:lnTo>
                  <a:lnTo>
                    <a:pt x="0" y="349146"/>
                  </a:lnTo>
                  <a:close/>
                </a:path>
              </a:pathLst>
            </a:custGeom>
            <a:solidFill>
              <a:srgbClr val="0C347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562228" cy="406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27556" y="-4724288"/>
            <a:ext cx="8168759" cy="816875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931607" y="1387072"/>
            <a:ext cx="2760657" cy="4114800"/>
          </a:xfrm>
          <a:custGeom>
            <a:avLst/>
            <a:gdLst/>
            <a:ahLst/>
            <a:cxnLst/>
            <a:rect r="r" b="b" t="t" l="l"/>
            <a:pathLst>
              <a:path h="4114800" w="2760657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87093" y="3268981"/>
            <a:ext cx="9519169" cy="266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9"/>
              </a:lnSpc>
            </a:pPr>
            <a:r>
              <a:rPr lang="en-US" sz="10399" b="true">
                <a:solidFill>
                  <a:srgbClr val="0B29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DESAIN WEB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683985" y="-2058442"/>
            <a:ext cx="3087142" cy="308714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347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7358425">
            <a:off x="113216" y="52303"/>
            <a:ext cx="387178" cy="480695"/>
          </a:xfrm>
          <a:custGeom>
            <a:avLst/>
            <a:gdLst/>
            <a:ahLst/>
            <a:cxnLst/>
            <a:rect r="r" b="b" t="t" l="l"/>
            <a:pathLst>
              <a:path h="480695" w="387178">
                <a:moveTo>
                  <a:pt x="0" y="0"/>
                </a:moveTo>
                <a:lnTo>
                  <a:pt x="387178" y="0"/>
                </a:lnTo>
                <a:lnTo>
                  <a:pt x="387178" y="480695"/>
                </a:lnTo>
                <a:lnTo>
                  <a:pt x="0" y="4806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0817026" y="3575994"/>
            <a:ext cx="8904973" cy="7577323"/>
          </a:xfrm>
          <a:custGeom>
            <a:avLst/>
            <a:gdLst/>
            <a:ahLst/>
            <a:cxnLst/>
            <a:rect r="r" b="b" t="t" l="l"/>
            <a:pathLst>
              <a:path h="7577323" w="8904973">
                <a:moveTo>
                  <a:pt x="8904973" y="0"/>
                </a:moveTo>
                <a:lnTo>
                  <a:pt x="0" y="0"/>
                </a:lnTo>
                <a:lnTo>
                  <a:pt x="0" y="7577322"/>
                </a:lnTo>
                <a:lnTo>
                  <a:pt x="8904973" y="7577322"/>
                </a:lnTo>
                <a:lnTo>
                  <a:pt x="890497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80682" y="7119614"/>
            <a:ext cx="5435212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Oleh Kelompok 10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80682" y="5827394"/>
            <a:ext cx="6592364" cy="64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Tema : UMKM/Produk Lokal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427996" y="706485"/>
            <a:ext cx="6517904" cy="651790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94442" y="9367514"/>
            <a:ext cx="16708148" cy="1325663"/>
            <a:chOff x="0" y="0"/>
            <a:chExt cx="4400500" cy="3491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00500" cy="349146"/>
            </a:xfrm>
            <a:custGeom>
              <a:avLst/>
              <a:gdLst/>
              <a:ahLst/>
              <a:cxnLst/>
              <a:rect r="r" b="b" t="t" l="l"/>
              <a:pathLst>
                <a:path h="349146" w="4400500">
                  <a:moveTo>
                    <a:pt x="0" y="0"/>
                  </a:moveTo>
                  <a:lnTo>
                    <a:pt x="4400500" y="0"/>
                  </a:lnTo>
                  <a:lnTo>
                    <a:pt x="4400500" y="349146"/>
                  </a:lnTo>
                  <a:lnTo>
                    <a:pt x="0" y="349146"/>
                  </a:lnTo>
                  <a:close/>
                </a:path>
              </a:pathLst>
            </a:custGeom>
            <a:solidFill>
              <a:srgbClr val="0C347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00500" cy="406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27556" y="-4724288"/>
            <a:ext cx="8168759" cy="816875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5400000">
            <a:off x="13394835" y="-677072"/>
            <a:ext cx="2760657" cy="4114800"/>
          </a:xfrm>
          <a:custGeom>
            <a:avLst/>
            <a:gdLst/>
            <a:ahLst/>
            <a:cxnLst/>
            <a:rect r="r" b="b" t="t" l="l"/>
            <a:pathLst>
              <a:path h="4114800" w="2760657">
                <a:moveTo>
                  <a:pt x="0" y="0"/>
                </a:moveTo>
                <a:lnTo>
                  <a:pt x="2760657" y="0"/>
                </a:lnTo>
                <a:lnTo>
                  <a:pt x="27606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01082" y="1597867"/>
            <a:ext cx="8115300" cy="105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2"/>
              </a:lnSpc>
            </a:pPr>
            <a:r>
              <a:rPr lang="en-US" sz="7414" b="true">
                <a:solidFill>
                  <a:srgbClr val="0B29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Pembagian Tugas 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762129" y="-2124767"/>
            <a:ext cx="3087142" cy="308714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347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8352238">
            <a:off x="110001" y="68090"/>
            <a:ext cx="387178" cy="480695"/>
          </a:xfrm>
          <a:custGeom>
            <a:avLst/>
            <a:gdLst/>
            <a:ahLst/>
            <a:cxnLst/>
            <a:rect r="r" b="b" t="t" l="l"/>
            <a:pathLst>
              <a:path h="480695" w="387178">
                <a:moveTo>
                  <a:pt x="0" y="0"/>
                </a:moveTo>
                <a:lnTo>
                  <a:pt x="387178" y="0"/>
                </a:lnTo>
                <a:lnTo>
                  <a:pt x="387178" y="480695"/>
                </a:lnTo>
                <a:lnTo>
                  <a:pt x="0" y="4806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3645599" y="3876153"/>
            <a:ext cx="8904973" cy="7577323"/>
          </a:xfrm>
          <a:custGeom>
            <a:avLst/>
            <a:gdLst/>
            <a:ahLst/>
            <a:cxnLst/>
            <a:rect r="r" b="b" t="t" l="l"/>
            <a:pathLst>
              <a:path h="7577323" w="8904973">
                <a:moveTo>
                  <a:pt x="0" y="0"/>
                </a:moveTo>
                <a:lnTo>
                  <a:pt x="8904973" y="0"/>
                </a:lnTo>
                <a:lnTo>
                  <a:pt x="8904973" y="7577323"/>
                </a:lnTo>
                <a:lnTo>
                  <a:pt x="0" y="75773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51686" y="2850832"/>
            <a:ext cx="15660262" cy="384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5039"/>
              </a:lnSpc>
              <a:buAutoNum type="arabicPeriod" startAt="1"/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Mahendro Hamonangan Putra Manihuruk (4525210093) : Ketua/Kordinator</a:t>
            </a:r>
          </a:p>
          <a:p>
            <a:pPr algn="l" marL="777238" indent="-388619" lvl="1">
              <a:lnSpc>
                <a:spcPts val="5039"/>
              </a:lnSpc>
              <a:buAutoNum type="arabicPeriod" startAt="1"/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Muhammad Nadzril I</a:t>
            </a: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lham Kusuma (4525210084) : Membuat CSS</a:t>
            </a:r>
          </a:p>
          <a:p>
            <a:pPr algn="l" marL="777238" indent="-388619" lvl="1">
              <a:lnSpc>
                <a:spcPts val="5039"/>
              </a:lnSpc>
              <a:buAutoNum type="arabicPeriod" startAt="1"/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Wahyu Maulana Fadilah (4525210091) : Membuat HTML</a:t>
            </a:r>
          </a:p>
          <a:p>
            <a:pPr algn="l" marL="777238" indent="-388619" lvl="1">
              <a:lnSpc>
                <a:spcPts val="5039"/>
              </a:lnSpc>
              <a:buAutoNum type="arabicPeriod" startAt="1"/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Haikal Putra Pratama (4525210106) : Membuat Laporan</a:t>
            </a:r>
          </a:p>
          <a:p>
            <a:pPr algn="l" marL="777238" indent="-388619" lvl="1">
              <a:lnSpc>
                <a:spcPts val="5039"/>
              </a:lnSpc>
              <a:buAutoNum type="arabicPeriod" startAt="1"/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Qowiyul Amin (4525210135) : Membuat PPT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3136041">
            <a:off x="17894169" y="-46911"/>
            <a:ext cx="387178" cy="480695"/>
          </a:xfrm>
          <a:custGeom>
            <a:avLst/>
            <a:gdLst/>
            <a:ahLst/>
            <a:cxnLst/>
            <a:rect r="r" b="b" t="t" l="l"/>
            <a:pathLst>
              <a:path h="480695" w="387178">
                <a:moveTo>
                  <a:pt x="0" y="0"/>
                </a:moveTo>
                <a:lnTo>
                  <a:pt x="387178" y="0"/>
                </a:lnTo>
                <a:lnTo>
                  <a:pt x="387178" y="480695"/>
                </a:lnTo>
                <a:lnTo>
                  <a:pt x="0" y="4806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465947" y="-1650327"/>
            <a:ext cx="3087142" cy="308714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347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683985" y="-2380657"/>
            <a:ext cx="3087142" cy="308714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347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1019896" y="-1735495"/>
            <a:ext cx="7687716" cy="6052329"/>
          </a:xfrm>
          <a:custGeom>
            <a:avLst/>
            <a:gdLst/>
            <a:ahLst/>
            <a:cxnLst/>
            <a:rect r="r" b="b" t="t" l="l"/>
            <a:pathLst>
              <a:path h="6052329" w="7687716">
                <a:moveTo>
                  <a:pt x="7687716" y="0"/>
                </a:moveTo>
                <a:lnTo>
                  <a:pt x="0" y="0"/>
                </a:lnTo>
                <a:lnTo>
                  <a:pt x="0" y="6052329"/>
                </a:lnTo>
                <a:lnTo>
                  <a:pt x="7687716" y="6052329"/>
                </a:lnTo>
                <a:lnTo>
                  <a:pt x="76877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143721" y="3948975"/>
            <a:ext cx="6131179" cy="5309325"/>
            <a:chOff x="0" y="0"/>
            <a:chExt cx="4282440" cy="3708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solidFill>
              <a:srgbClr val="0C347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140059" y="1028700"/>
            <a:ext cx="8168759" cy="816875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58554" y="8743429"/>
            <a:ext cx="3087142" cy="30871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C54A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2764839"/>
            <a:ext cx="12222042" cy="5582935"/>
          </a:xfrm>
          <a:custGeom>
            <a:avLst/>
            <a:gdLst/>
            <a:ahLst/>
            <a:cxnLst/>
            <a:rect r="r" b="b" t="t" l="l"/>
            <a:pathLst>
              <a:path h="5582935" w="12222042">
                <a:moveTo>
                  <a:pt x="0" y="0"/>
                </a:moveTo>
                <a:lnTo>
                  <a:pt x="12222042" y="0"/>
                </a:lnTo>
                <a:lnTo>
                  <a:pt x="12222042" y="5582935"/>
                </a:lnTo>
                <a:lnTo>
                  <a:pt x="0" y="5582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39" r="0" b="-93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073325" y="942975"/>
            <a:ext cx="4132793" cy="142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0B29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Sitemap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658290" y="5809383"/>
            <a:ext cx="8168759" cy="816875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101065" y="5668298"/>
            <a:ext cx="4977910" cy="6337616"/>
          </a:xfrm>
          <a:custGeom>
            <a:avLst/>
            <a:gdLst/>
            <a:ahLst/>
            <a:cxnLst/>
            <a:rect r="r" b="b" t="t" l="l"/>
            <a:pathLst>
              <a:path h="6337616" w="4977910">
                <a:moveTo>
                  <a:pt x="0" y="0"/>
                </a:moveTo>
                <a:lnTo>
                  <a:pt x="4977910" y="0"/>
                </a:lnTo>
                <a:lnTo>
                  <a:pt x="4977910" y="6337616"/>
                </a:lnTo>
                <a:lnTo>
                  <a:pt x="0" y="6337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-1333903" y="2780897"/>
            <a:ext cx="2362603" cy="236260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347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-1385986" y="133447"/>
            <a:ext cx="2362603" cy="236260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347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87890" y="3197776"/>
            <a:ext cx="6986624" cy="3763727"/>
          </a:xfrm>
          <a:custGeom>
            <a:avLst/>
            <a:gdLst/>
            <a:ahLst/>
            <a:cxnLst/>
            <a:rect r="r" b="b" t="t" l="l"/>
            <a:pathLst>
              <a:path h="3763727" w="6986624">
                <a:moveTo>
                  <a:pt x="0" y="0"/>
                </a:moveTo>
                <a:lnTo>
                  <a:pt x="6986623" y="0"/>
                </a:lnTo>
                <a:lnTo>
                  <a:pt x="6986623" y="3763727"/>
                </a:lnTo>
                <a:lnTo>
                  <a:pt x="0" y="3763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0" r="0" b="-12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324170" y="3197776"/>
            <a:ext cx="3023115" cy="6274929"/>
          </a:xfrm>
          <a:custGeom>
            <a:avLst/>
            <a:gdLst/>
            <a:ahLst/>
            <a:cxnLst/>
            <a:rect r="r" b="b" t="t" l="l"/>
            <a:pathLst>
              <a:path h="6274929" w="3023115">
                <a:moveTo>
                  <a:pt x="0" y="0"/>
                </a:moveTo>
                <a:lnTo>
                  <a:pt x="3023115" y="0"/>
                </a:lnTo>
                <a:lnTo>
                  <a:pt x="3023115" y="6274929"/>
                </a:lnTo>
                <a:lnTo>
                  <a:pt x="0" y="6274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49189" y="2475840"/>
            <a:ext cx="4864026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Responsive dari Deskop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58530" y="558781"/>
            <a:ext cx="5344472" cy="142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0B29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Responsive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03715" y="2475840"/>
            <a:ext cx="4864026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Responsive dari Mobile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658290" y="5809383"/>
            <a:ext cx="8168759" cy="816875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101065" y="5668298"/>
            <a:ext cx="4977910" cy="6337616"/>
          </a:xfrm>
          <a:custGeom>
            <a:avLst/>
            <a:gdLst/>
            <a:ahLst/>
            <a:cxnLst/>
            <a:rect r="r" b="b" t="t" l="l"/>
            <a:pathLst>
              <a:path h="6337616" w="4977910">
                <a:moveTo>
                  <a:pt x="0" y="0"/>
                </a:moveTo>
                <a:lnTo>
                  <a:pt x="4977910" y="0"/>
                </a:lnTo>
                <a:lnTo>
                  <a:pt x="4977910" y="6337616"/>
                </a:lnTo>
                <a:lnTo>
                  <a:pt x="0" y="6337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-1333903" y="2780897"/>
            <a:ext cx="2362603" cy="236260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347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-1385986" y="133447"/>
            <a:ext cx="2362603" cy="236260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347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87890" y="3681905"/>
            <a:ext cx="10141346" cy="1490305"/>
          </a:xfrm>
          <a:custGeom>
            <a:avLst/>
            <a:gdLst/>
            <a:ahLst/>
            <a:cxnLst/>
            <a:rect r="r" b="b" t="t" l="l"/>
            <a:pathLst>
              <a:path h="1490305" w="10141346">
                <a:moveTo>
                  <a:pt x="0" y="0"/>
                </a:moveTo>
                <a:lnTo>
                  <a:pt x="10141346" y="0"/>
                </a:lnTo>
                <a:lnTo>
                  <a:pt x="10141346" y="1490306"/>
                </a:lnTo>
                <a:lnTo>
                  <a:pt x="0" y="1490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83020" y="6383451"/>
            <a:ext cx="8754155" cy="2653952"/>
          </a:xfrm>
          <a:custGeom>
            <a:avLst/>
            <a:gdLst/>
            <a:ahLst/>
            <a:cxnLst/>
            <a:rect r="r" b="b" t="t" l="l"/>
            <a:pathLst>
              <a:path h="2653952" w="8754155">
                <a:moveTo>
                  <a:pt x="0" y="0"/>
                </a:moveTo>
                <a:lnTo>
                  <a:pt x="8754155" y="0"/>
                </a:lnTo>
                <a:lnTo>
                  <a:pt x="8754155" y="2653951"/>
                </a:lnTo>
                <a:lnTo>
                  <a:pt x="0" y="26539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4771" t="0" r="-5252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25614" y="2780897"/>
            <a:ext cx="4433686" cy="7112865"/>
          </a:xfrm>
          <a:custGeom>
            <a:avLst/>
            <a:gdLst/>
            <a:ahLst/>
            <a:cxnLst/>
            <a:rect r="r" b="b" t="t" l="l"/>
            <a:pathLst>
              <a:path h="7112865" w="4433686">
                <a:moveTo>
                  <a:pt x="0" y="0"/>
                </a:moveTo>
                <a:lnTo>
                  <a:pt x="4433686" y="0"/>
                </a:lnTo>
                <a:lnTo>
                  <a:pt x="4433686" y="7112866"/>
                </a:lnTo>
                <a:lnTo>
                  <a:pt x="0" y="71128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456914" y="558781"/>
            <a:ext cx="9374173" cy="142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0B29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Fitur HTML/CSS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62023" y="2666597"/>
            <a:ext cx="4593080" cy="70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Navigation Bar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63557" y="5372236"/>
            <a:ext cx="4593080" cy="70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Footer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35846" y="1800364"/>
            <a:ext cx="8613222" cy="98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Humburger-menu</a:t>
            </a:r>
          </a:p>
          <a:p>
            <a:pPr algn="ctr">
              <a:lnSpc>
                <a:spcPts val="3806"/>
              </a:lnSpc>
            </a:pPr>
            <a:r>
              <a:rPr lang="en-US" sz="27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(navbar pada mobile)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658290" y="5809383"/>
            <a:ext cx="8168759" cy="816875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101065" y="5668298"/>
            <a:ext cx="4977910" cy="6337616"/>
          </a:xfrm>
          <a:custGeom>
            <a:avLst/>
            <a:gdLst/>
            <a:ahLst/>
            <a:cxnLst/>
            <a:rect r="r" b="b" t="t" l="l"/>
            <a:pathLst>
              <a:path h="6337616" w="4977910">
                <a:moveTo>
                  <a:pt x="0" y="0"/>
                </a:moveTo>
                <a:lnTo>
                  <a:pt x="4977910" y="0"/>
                </a:lnTo>
                <a:lnTo>
                  <a:pt x="4977910" y="6337616"/>
                </a:lnTo>
                <a:lnTo>
                  <a:pt x="0" y="6337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-1333903" y="2780897"/>
            <a:ext cx="2362603" cy="236260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347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-1385986" y="133447"/>
            <a:ext cx="2362603" cy="236260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347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803170" y="3707694"/>
            <a:ext cx="6693339" cy="5351514"/>
          </a:xfrm>
          <a:custGeom>
            <a:avLst/>
            <a:gdLst/>
            <a:ahLst/>
            <a:cxnLst/>
            <a:rect r="r" b="b" t="t" l="l"/>
            <a:pathLst>
              <a:path h="5351514" w="6693339">
                <a:moveTo>
                  <a:pt x="0" y="0"/>
                </a:moveTo>
                <a:lnTo>
                  <a:pt x="6693339" y="0"/>
                </a:lnTo>
                <a:lnTo>
                  <a:pt x="6693339" y="5351514"/>
                </a:lnTo>
                <a:lnTo>
                  <a:pt x="0" y="535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6617" y="3728622"/>
            <a:ext cx="9300368" cy="2080760"/>
          </a:xfrm>
          <a:custGeom>
            <a:avLst/>
            <a:gdLst/>
            <a:ahLst/>
            <a:cxnLst/>
            <a:rect r="r" b="b" t="t" l="l"/>
            <a:pathLst>
              <a:path h="2080760" w="9300368">
                <a:moveTo>
                  <a:pt x="0" y="0"/>
                </a:moveTo>
                <a:lnTo>
                  <a:pt x="9300368" y="0"/>
                </a:lnTo>
                <a:lnTo>
                  <a:pt x="9300368" y="2080761"/>
                </a:lnTo>
                <a:lnTo>
                  <a:pt x="0" y="20807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456914" y="558781"/>
            <a:ext cx="9374173" cy="142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0B29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Fitur HTML/CSS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53299" y="2666597"/>
            <a:ext cx="4593080" cy="70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Button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3287" y="2841802"/>
            <a:ext cx="9173423" cy="70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link alternatif icon medsos (a href)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4185229" y="5214738"/>
            <a:ext cx="7978062" cy="6280910"/>
          </a:xfrm>
          <a:custGeom>
            <a:avLst/>
            <a:gdLst/>
            <a:ahLst/>
            <a:cxnLst/>
            <a:rect r="r" b="b" t="t" l="l"/>
            <a:pathLst>
              <a:path h="6280910" w="7978062">
                <a:moveTo>
                  <a:pt x="0" y="6280910"/>
                </a:moveTo>
                <a:lnTo>
                  <a:pt x="7978062" y="6280910"/>
                </a:lnTo>
                <a:lnTo>
                  <a:pt x="7978062" y="0"/>
                </a:lnTo>
                <a:lnTo>
                  <a:pt x="0" y="0"/>
                </a:lnTo>
                <a:lnTo>
                  <a:pt x="0" y="628091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41217" y="-4280625"/>
            <a:ext cx="6131179" cy="5309325"/>
            <a:chOff x="0" y="0"/>
            <a:chExt cx="4282440" cy="3708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solidFill>
              <a:srgbClr val="0B295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640643" y="-4388509"/>
            <a:ext cx="8168759" cy="816875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067735" y="-296143"/>
            <a:ext cx="4135471" cy="413547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C54A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184898" y="-4217862"/>
            <a:ext cx="6131179" cy="5309325"/>
            <a:chOff x="0" y="0"/>
            <a:chExt cx="4282440" cy="370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solidFill>
              <a:srgbClr val="0B2957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46108" y="3839328"/>
            <a:ext cx="7141784" cy="3325306"/>
          </a:xfrm>
          <a:custGeom>
            <a:avLst/>
            <a:gdLst/>
            <a:ahLst/>
            <a:cxnLst/>
            <a:rect r="r" b="b" t="t" l="l"/>
            <a:pathLst>
              <a:path h="3325306" w="7141784">
                <a:moveTo>
                  <a:pt x="0" y="0"/>
                </a:moveTo>
                <a:lnTo>
                  <a:pt x="7141784" y="0"/>
                </a:lnTo>
                <a:lnTo>
                  <a:pt x="7141784" y="3325306"/>
                </a:lnTo>
                <a:lnTo>
                  <a:pt x="0" y="3325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988" r="0" b="-7988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730394" y="-4217862"/>
            <a:ext cx="6131179" cy="5309325"/>
            <a:chOff x="0" y="0"/>
            <a:chExt cx="4282440" cy="370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solidFill>
              <a:srgbClr val="0B2957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049623" y="1987284"/>
            <a:ext cx="7323524" cy="3246887"/>
          </a:xfrm>
          <a:custGeom>
            <a:avLst/>
            <a:gdLst/>
            <a:ahLst/>
            <a:cxnLst/>
            <a:rect r="r" b="b" t="t" l="l"/>
            <a:pathLst>
              <a:path h="3246887" w="7323524">
                <a:moveTo>
                  <a:pt x="0" y="0"/>
                </a:moveTo>
                <a:lnTo>
                  <a:pt x="7323524" y="0"/>
                </a:lnTo>
                <a:lnTo>
                  <a:pt x="7323524" y="3246888"/>
                </a:lnTo>
                <a:lnTo>
                  <a:pt x="0" y="32468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688" r="0" b="-10688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056945" y="5730581"/>
            <a:ext cx="7316202" cy="3204153"/>
          </a:xfrm>
          <a:custGeom>
            <a:avLst/>
            <a:gdLst/>
            <a:ahLst/>
            <a:cxnLst/>
            <a:rect r="r" b="b" t="t" l="l"/>
            <a:pathLst>
              <a:path h="3204153" w="7316202">
                <a:moveTo>
                  <a:pt x="0" y="0"/>
                </a:moveTo>
                <a:lnTo>
                  <a:pt x="7316202" y="0"/>
                </a:lnTo>
                <a:lnTo>
                  <a:pt x="7316202" y="3204153"/>
                </a:lnTo>
                <a:lnTo>
                  <a:pt x="0" y="32041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365" r="0" b="-1136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521335" y="1438218"/>
            <a:ext cx="6622665" cy="142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0B29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Hasil Akhir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49623" y="1485843"/>
            <a:ext cx="106699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0B29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About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9695" y="3344028"/>
            <a:ext cx="218379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0B29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Menu utama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49623" y="5235281"/>
            <a:ext cx="12400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0B29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Kontak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4808" y="2562098"/>
            <a:ext cx="6659192" cy="142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true">
                <a:solidFill>
                  <a:srgbClr val="0B29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Terima Kasih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609448" y="-2208299"/>
            <a:ext cx="10361633" cy="1036163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51511" y="1014580"/>
            <a:ext cx="3915874" cy="39158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C347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650966" y="3477356"/>
            <a:ext cx="1916964" cy="2857264"/>
          </a:xfrm>
          <a:custGeom>
            <a:avLst/>
            <a:gdLst/>
            <a:ahLst/>
            <a:cxnLst/>
            <a:rect r="r" b="b" t="t" l="l"/>
            <a:pathLst>
              <a:path h="2857264" w="1916964">
                <a:moveTo>
                  <a:pt x="0" y="0"/>
                </a:moveTo>
                <a:lnTo>
                  <a:pt x="1916964" y="0"/>
                </a:lnTo>
                <a:lnTo>
                  <a:pt x="1916964" y="2857263"/>
                </a:lnTo>
                <a:lnTo>
                  <a:pt x="0" y="2857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641955" y="7509896"/>
            <a:ext cx="16947729" cy="3254341"/>
            <a:chOff x="0" y="0"/>
            <a:chExt cx="4463600" cy="8571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63600" cy="857110"/>
            </a:xfrm>
            <a:custGeom>
              <a:avLst/>
              <a:gdLst/>
              <a:ahLst/>
              <a:cxnLst/>
              <a:rect r="r" b="b" t="t" l="l"/>
              <a:pathLst>
                <a:path h="857110" w="4463600">
                  <a:moveTo>
                    <a:pt x="0" y="0"/>
                  </a:moveTo>
                  <a:lnTo>
                    <a:pt x="4463600" y="0"/>
                  </a:lnTo>
                  <a:lnTo>
                    <a:pt x="4463600" y="857110"/>
                  </a:lnTo>
                  <a:lnTo>
                    <a:pt x="0" y="857110"/>
                  </a:lnTo>
                  <a:close/>
                </a:path>
              </a:pathLst>
            </a:custGeom>
            <a:solidFill>
              <a:srgbClr val="0B295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63600" cy="914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10115444" y="3988308"/>
            <a:ext cx="8904973" cy="7577323"/>
          </a:xfrm>
          <a:custGeom>
            <a:avLst/>
            <a:gdLst/>
            <a:ahLst/>
            <a:cxnLst/>
            <a:rect r="r" b="b" t="t" l="l"/>
            <a:pathLst>
              <a:path h="7577323" w="8904973">
                <a:moveTo>
                  <a:pt x="8904973" y="0"/>
                </a:moveTo>
                <a:lnTo>
                  <a:pt x="0" y="0"/>
                </a:lnTo>
                <a:lnTo>
                  <a:pt x="0" y="7577322"/>
                </a:lnTo>
                <a:lnTo>
                  <a:pt x="8904973" y="7577322"/>
                </a:lnTo>
                <a:lnTo>
                  <a:pt x="890497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DAHX464LkIQ</dc:identifier>
  <dcterms:modified xsi:type="dcterms:W3CDTF">2011-08-01T06:04:30Z</dcterms:modified>
  <cp:revision>1</cp:revision>
  <dc:title>PPT Kelompok 10 Desain web</dc:title>
</cp:coreProperties>
</file>